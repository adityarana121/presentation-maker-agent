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5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293751-3916-5FD5-B827-ACC79B287C43}" name="sonal umbarkar" initials="su" userId="30fb602502d65dc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C4B8"/>
    <a:srgbClr val="2B2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1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937AE6-48EB-3080-8607-75E137F5ED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6A78D-FA49-4018-1C52-A9ECBF4923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8DEB6-1D7D-466C-92D5-56E19732D7DE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FD285-55D0-857D-C7B8-CC7A0595F2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8BAA7-3FB7-363A-99A8-7B374CF5D2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530E3-465A-4EAB-B0E0-67FD113E75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921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0396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05E39-C271-3601-557D-6EA804D4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35D0A-92BA-285A-1A36-996DC3C23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09D1D-2D54-E39E-866C-DF5E517CC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2CDF-2DE4-C4E0-0A54-B6C49B8545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23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motivsolutions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9278C9A-9F93-40A6-9756-D915A41032DA}"/>
              </a:ext>
            </a:extLst>
          </p:cNvPr>
          <p:cNvSpPr txBox="1"/>
          <p:nvPr userDrawn="1"/>
        </p:nvSpPr>
        <p:spPr>
          <a:xfrm>
            <a:off x="0" y="4935962"/>
            <a:ext cx="9144000" cy="20005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700" dirty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June 2026	   |   Confidential   		|   Strategic Discussion Document		  |   © 2026  |              </a:t>
            </a:r>
            <a:r>
              <a:rPr lang="en-IN" sz="700" dirty="0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IN" sz="700" dirty="0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www.tecmotivsolutions.com</a:t>
            </a:r>
            <a:r>
              <a:rPr lang="en-IN" sz="700" dirty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</a:t>
            </a:r>
            <a:fld id="{652543D3-C09F-40A0-A7B7-6E94A10E78AD}" type="slidenum">
              <a:rPr lang="en-IN" sz="700" smtClean="0">
                <a:solidFill>
                  <a:schemeClr val="bg1">
                    <a:lumMod val="9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‹#›</a:t>
            </a:fld>
            <a:endParaRPr lang="en-IN" sz="700" dirty="0">
              <a:solidFill>
                <a:schemeClr val="bg1">
                  <a:lumMod val="95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A74B85-3B1A-19FD-F6BA-B72D213324E2}"/>
              </a:ext>
            </a:extLst>
          </p:cNvPr>
          <p:cNvSpPr/>
          <p:nvPr userDrawn="1"/>
        </p:nvSpPr>
        <p:spPr>
          <a:xfrm>
            <a:off x="0" y="4917556"/>
            <a:ext cx="9144000" cy="27432"/>
          </a:xfrm>
          <a:prstGeom prst="rect">
            <a:avLst/>
          </a:prstGeom>
          <a:solidFill>
            <a:srgbClr val="27C4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676816-07C2-9EEE-5FEC-E128032EED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69956" y="-27431"/>
            <a:ext cx="674043" cy="6740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5F216-870C-E654-3289-3591A93C7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126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Sans Serif Collection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IMDX – India Mobility Intelligence Exchange</dc:title>
  <dc:subject>PptxGenJS Presentation</dc:subject>
  <dc:creator>PptxGenJS</dc:creator>
  <cp:lastModifiedBy>Yogesh Umbarkar</cp:lastModifiedBy>
  <cp:revision>117</cp:revision>
  <dcterms:created xsi:type="dcterms:W3CDTF">2026-05-18T14:02:09Z</dcterms:created>
  <dcterms:modified xsi:type="dcterms:W3CDTF">2026-07-18T10:45:16Z</dcterms:modified>
</cp:coreProperties>
</file>